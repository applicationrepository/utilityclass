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5"/>
        <p:guide pos="384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/>
        </p:nvGraphicFramePr>
        <p:xfrm>
          <a:off x="635" y="-1270"/>
          <a:ext cx="12190730" cy="6859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0730"/>
              </a:tblGrid>
              <a:tr h="228663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228663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228663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635" y="635"/>
            <a:ext cx="12190730" cy="225996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en-US" altLang="zh-CN" sz="4000" u="sng">
                <a:latin typeface="+mj-lt"/>
                <a:ea typeface="+mj-lt"/>
                <a:cs typeface="Helvetica Neue Regular" panose="02000503000000020004" charset="0"/>
              </a:rPr>
              <a:t>${title}-${author}-${date}</a:t>
            </a:r>
            <a:endParaRPr lang="en-US" altLang="zh-CN" sz="4000" u="sng">
              <a:latin typeface="+mj-lt"/>
              <a:ea typeface="+mj-lt"/>
              <a:cs typeface="Helvetica Neue Regular" panose="020005030000000200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2259965"/>
            <a:ext cx="6071870" cy="231521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noAutofit/>
          </a:bodyPr>
          <a:p>
            <a:r>
              <a:rPr lang="en-US" altLang="zh-CN"/>
              <a:t>${image1}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6072505" y="2259965"/>
            <a:ext cx="6097905" cy="225996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noAutofit/>
          </a:bodyPr>
          <a:p>
            <a:r>
              <a:rPr lang="en-US" altLang="zh-CN">
                <a:effectLst/>
              </a:rPr>
              <a:t>${image2}</a:t>
            </a:r>
            <a:endParaRPr lang="en-US" altLang="zh-CN">
              <a:effectLst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" y="4575175"/>
            <a:ext cx="12190730" cy="225933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en-US" altLang="zh-CN"/>
              <a:t>${titleImage1}</a:t>
            </a:r>
            <a:endParaRPr lang="en-US" alt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</Words>
  <Application>WPS 演示</Application>
  <PresentationFormat>宽屏</PresentationFormat>
  <Paragraphs>8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Helvetica Neue Regular</vt:lpstr>
      <vt:lpstr>苹方-简</vt:lpstr>
      <vt:lpstr>微软雅黑</vt:lpstr>
      <vt:lpstr>汉仪旗黑</vt:lpstr>
      <vt:lpstr>宋体-简</vt:lpstr>
      <vt:lpstr>宋体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administrator</dc:creator>
  <cp:lastModifiedBy>WS</cp:lastModifiedBy>
  <cp:revision>169</cp:revision>
  <dcterms:created xsi:type="dcterms:W3CDTF">2026-05-08T11:29:20Z</dcterms:created>
  <dcterms:modified xsi:type="dcterms:W3CDTF">2026-05-08T11:29:20Z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2052-12.1.25880.25880</vt:lpwstr>
  </property>
  <property fmtid="{D5CDD505-2E9C-101B-9397-08002B2CF9AE}" pid="3" name="ICV">
    <vt:lpwstr>922974256D3DDE60B0C6FD6913497637_41</vt:lpwstr>
  </property>
</Properties>
</file>